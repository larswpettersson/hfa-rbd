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6230A-2592-8443-B82D-D2C8E70277F6}" v="2" dt="2026-07-22T09:00:56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E1D6-B3B8-25D7-CC9F-713C65E53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9C702-8A1F-1478-9C32-1A6F52E00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0828D-26AC-75ED-14BC-B32472D6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6FE6A-4AA9-BABB-8F26-5E64D612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318B-C508-5EDC-A930-C24E9F0F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9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E44A-3B0A-9B9C-6D11-F79A350F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0E6DF-4FAC-1AF8-8541-1AD75B5ED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3F3A7-0409-15AE-FF88-467BE491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0234B-CF16-CA4F-4D7F-916F2AE5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A18E0-3C81-8A4F-34F3-02C9B0A9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1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5F0EA-433A-85D5-4D60-973C017B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6D1FF-16DC-58E7-F2AB-F6135CD08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B2460-96FF-A9C1-44C2-06387B06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73999-C271-ECE9-2C38-D61ECE78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5C5EA-0000-3EC0-0435-67C71807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D680-FD5A-8698-39E8-8CCA01FD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0EE2-3085-4EDE-4AA9-4403F6A54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61C18-E607-3E53-B314-BE9D6A2CE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9A5A2-B28D-71C3-9462-2F65B469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2B4BC-24B4-9683-7BDD-108F5848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5C57-97C0-AD4B-E68A-39289909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5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73A6-E2F1-C7CE-A3DC-1FCC07FE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4CA1A-E2A0-E4EC-CF75-BCAD5A44A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A2652-A6B5-9595-9076-B39277998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549E6-DECB-EC4F-62F5-35813499D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BE592-600C-5B05-D86C-DFD02C6C4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5FF143-EF7F-27ED-5A55-C05966E8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0A292-EAF1-CA6A-3621-C5286695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44148-F13B-C465-A309-4CBE5BF6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3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53CE-9F55-4040-1AA1-6841F5B5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D44C9-252D-ECC1-6138-451A305B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5EA3F-FA07-E570-1D35-E0F54286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9F93D-D174-4D88-B88C-205E4A7C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7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446554-0522-4FC1-B7F1-CB2DC665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685CE-48DD-8A9E-CEAA-0C3698A8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39A56-C3DF-E5CE-1452-CC9779EE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F4236-C329-E89F-2AC0-DC1036DC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8D93E-AC46-0348-3047-2F4EDC8BF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0A0F4-ECF0-4B43-8030-8FE1CE26D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34EDC-09CB-0077-1C31-B2BB40DF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CCB33-7698-9311-246D-FB86D6AD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3882A-A8E1-D81B-C43A-4983014C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9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6139-B9C8-7275-2FFC-39940849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FB9E4-9787-C55E-C6AC-7FF6D3292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ACD7C-FC07-91D1-B7D1-7A07A32CF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1897D-03C7-9215-1E71-48977B39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9E903-1DB9-F1C6-AD2F-65DB2151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33716-BBF3-BF27-2554-99F8FEC0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FD94-D5B5-2B90-006E-18FD9C16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0AB5B-6812-E764-7743-374EA14DC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4E8C6-4E99-9875-DC03-F1BD7EE8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2574A-166B-8C75-B0B8-BD781736B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206E8-C754-4AC5-F54F-DB548473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7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C6F700-FC9B-0A22-C048-D4CD446AC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659F5-354A-CB6E-23A7-E6F1C2E14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8408-3F26-044F-769B-5E456DED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DBFF-0651-42B4-8D89-ACDF4939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AD809-F6BE-DA2F-6757-2FA235A7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6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1263C-DAA5-EE79-0D2A-C2158AAF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7952-115D-67F5-D887-B91751346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DC4C1-BF74-4561-62BD-73D373277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EA259-47F1-0440-A0E1-A41E067950D3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87FB2-BFBB-B1DB-6899-572A5C330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68D57-2753-BFAA-54FE-98C74F9B0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3DF8C-E946-5F41-A997-A347ED3DD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921DB6-4231-3BE6-DB2B-D302FA9E0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7580"/>
            <a:ext cx="7772400" cy="31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4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0B2286-C6E9-9F31-F677-5AB31D94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6751"/>
            <a:ext cx="7772400" cy="414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1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EFFD58-6923-3AF5-3F65-26ACBCF15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15909"/>
            <a:ext cx="7772400" cy="362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21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Pettersson</dc:creator>
  <cp:lastModifiedBy>Lars Pettersson</cp:lastModifiedBy>
  <cp:revision>1</cp:revision>
  <dcterms:created xsi:type="dcterms:W3CDTF">2026-07-22T08:07:38Z</dcterms:created>
  <dcterms:modified xsi:type="dcterms:W3CDTF">2026-07-22T09:00:58Z</dcterms:modified>
</cp:coreProperties>
</file>